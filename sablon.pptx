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78"/>
    <p:restoredTop sz="94658"/>
  </p:normalViewPr>
  <p:slideViewPr>
    <p:cSldViewPr snapToGrid="0">
      <p:cViewPr varScale="1">
        <p:scale>
          <a:sx n="120" d="100"/>
          <a:sy n="120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6A98B1-8484-3788-EC70-14C36CA9E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E3A2798-B737-0A9E-1C66-9682B5338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330EF2-E78A-445B-6E5B-FD8FDFCB3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D2F0B5E-0B1F-B3DD-957E-183B0B93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9CAD8D5-3D6B-326B-594E-CAE51DBBE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702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51DCE1-185C-6939-D3F3-884ABB24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82E53F-0B3A-50A0-CF40-3CBA4FA87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8416793-BB0C-69E7-C211-670076011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8745906-6A93-657E-AE08-72D724605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8C0069E-C385-BEA3-09FD-8145B994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900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9879E9-362E-6A86-BD0D-DC5075EF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462B2E1-9A33-A8DD-0064-398CF023A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A2E8484-606B-46F9-CC66-ECE7DE6F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210B050-A775-1F9C-0282-DA4112E4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C622D5E-BEA8-BDFA-3DFF-7CA7B136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182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ED93D1-5F05-4C58-074C-47D2F031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4701CF7-F1A4-3F6C-059D-F8AAC8559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8D88048-DF86-D10E-7594-D143E9A41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3B59AAF-16AB-BC69-3A62-8CE6C48E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1BA3C09-708E-0BEF-6B95-151922FC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D4939D1-D8FE-D532-E84A-3C7E712D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534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9F9515-D80B-BB63-B13F-812D12E3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F93A2F1-12E3-FC5F-B507-0B4483EB9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E7BAA2F-E085-0378-6E8D-7DE547613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302D827-2FED-115E-B6BB-0D74C4C3E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B989DBA-9360-4D20-51B8-74B035809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1A313A0-43FE-0923-2E08-27690991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7EC9D7E-4552-367E-A9AE-9B8C852C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DF02051-C2C1-4E91-8459-087F775C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9570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21B5B3-7F46-E05E-B57A-4140C559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AA42A75-CD55-3821-B679-9BAE63ED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888CB77-8F4E-BEAB-0052-F7635F33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74E3DE6-0FE7-953A-A791-9488E3C2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149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6177E13-5492-4E9A-56B7-416145BF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BDE0EC3-0E71-7B50-35C1-C5414766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95F7BC9-BDA3-40FA-1F91-828DFF8B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772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D540F9-2A2E-B9AB-CD22-01FA3205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98EE808-B949-911B-DDE5-4843A0555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6FCD4BE-2F9A-E9E2-76D8-1A3799306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B965DCE-E805-8F08-402F-DACBD0BA1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310D146-9983-F772-CED9-BA264123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80D8BC-7B67-DB68-9EA7-D27ABD26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213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B25302-36B9-F285-ACA3-07282A9C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3CF7D25-E6B9-5757-90D7-FA80DC13F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05CF13F-A5A6-8454-1DD8-DFBDE462F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FDCE3F4-16E4-582C-0B55-F30E172A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8923357-5DAC-72E7-33FB-571CAB798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14F4FCF-238C-042E-4225-309BBC9A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177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5E8628-C2AC-C03B-4C0C-1F1F1A6E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80E2B48-7320-4F6F-8312-66DBECFC7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EB770D-D0F3-87C8-1716-4103B1CF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5F708B8-519D-688C-EDBF-A3D64EE89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E8CE709-84AA-362F-6DE9-892C1F8A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867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A59414A-9CBE-6001-A6E7-EFF480D62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AF8449F-A006-BF10-E6ED-B31226A29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FA9F683-8F6F-F2F9-2A39-30E46262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AA7F964-3C51-0249-FD83-089F5CF7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D42F9DB-10B9-F24B-4232-888A142B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1625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CA67E049-6D5E-99C9-3EAA-DEECA862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4233C3E-9B92-0A3B-0468-D9341E40A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DD7882-ABC1-6E1B-7F39-C07DBC08D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A5416-4044-2645-810E-602125B74B40}" type="datetimeFigureOut">
              <a:rPr lang="tr-TR" smtClean="0"/>
              <a:t>28.11.2025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0439CDB-0E31-746F-8759-C264FC2FD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C2E56B9-C3AE-DA05-83BD-08B0EAD13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E2CE9-2CE5-874F-824E-74F9A17763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269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1F99C0C5-5768-F9FB-D15C-F430B408E4A8}"/>
              </a:ext>
            </a:extLst>
          </p:cNvPr>
          <p:cNvSpPr txBox="1"/>
          <p:nvPr/>
        </p:nvSpPr>
        <p:spPr>
          <a:xfrm>
            <a:off x="1886050" y="2165235"/>
            <a:ext cx="37961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BAŞKAN: </a:t>
            </a:r>
            <a:endParaRPr lang="tr-T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r-TR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Başkan adı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Üniversitesi 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Tıp Fakültesi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Çocuk Sağlığı ve Hastalıkları AD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259FE4C-7CC6-0C5D-AAE4-8DAFAE3B0392}"/>
              </a:ext>
            </a:extLst>
          </p:cNvPr>
          <p:cNvSpPr txBox="1"/>
          <p:nvPr/>
        </p:nvSpPr>
        <p:spPr>
          <a:xfrm>
            <a:off x="7099715" y="2215696"/>
            <a:ext cx="52343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KONUŞMACI:</a:t>
            </a:r>
            <a:endParaRPr lang="tr-T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tr-TR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Başkan adı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Üniversitesi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Tıp Fakültesi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Çocuk Sağlığı ve Hastalıkları AD</a:t>
            </a:r>
          </a:p>
          <a:p>
            <a:pPr>
              <a:defRPr/>
            </a:pPr>
            <a:endParaRPr lang="tr-TR" sz="1400" b="1" dirty="0">
              <a:solidFill>
                <a:prstClr val="whit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D6994754-F6D1-4537-43A5-118425BF5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35" y="3866226"/>
            <a:ext cx="12191999" cy="403343"/>
          </a:xfr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tr-TR" b="1" dirty="0"/>
              <a:t>Konu adı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F5D2F4D-D5C8-E55E-68B5-9C1701A38472}"/>
              </a:ext>
            </a:extLst>
          </p:cNvPr>
          <p:cNvSpPr txBox="1"/>
          <p:nvPr/>
        </p:nvSpPr>
        <p:spPr>
          <a:xfrm>
            <a:off x="4621359" y="4624544"/>
            <a:ext cx="479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Bookman Old Style" panose="02050604050505020204" pitchFamily="18" charset="0"/>
              </a:rPr>
              <a:t>tarih</a:t>
            </a:r>
            <a:endParaRPr lang="en-US" b="1" dirty="0">
              <a:latin typeface="Bookman Old Style" panose="020506040505050202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577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A751-CCFF-88BF-97EF-DAB592F08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85D1C48D-665E-88E1-B854-DA932FCD0D9F}"/>
              </a:ext>
            </a:extLst>
          </p:cNvPr>
          <p:cNvSpPr txBox="1"/>
          <p:nvPr/>
        </p:nvSpPr>
        <p:spPr>
          <a:xfrm>
            <a:off x="1468534" y="2216317"/>
            <a:ext cx="29786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BAŞKAN: </a:t>
            </a:r>
            <a:endParaRPr lang="tr-T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r-TR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Başkan adı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Üniversitesi 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Tıp Fakültesi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Çocuk Sağlığı ve Hastalıkları AD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5BE503AE-A7A8-BF24-1CF9-5CC7C3002E6F}"/>
              </a:ext>
            </a:extLst>
          </p:cNvPr>
          <p:cNvSpPr txBox="1"/>
          <p:nvPr/>
        </p:nvSpPr>
        <p:spPr>
          <a:xfrm>
            <a:off x="5529185" y="2216317"/>
            <a:ext cx="28733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KONUŞMACI:</a:t>
            </a:r>
            <a:endParaRPr lang="tr-T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tr-TR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Konuşmacı adı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Üniversitesi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Tıp Fakültesi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Çocuk Sağlığı ve Hastalıkları AD</a:t>
            </a:r>
          </a:p>
          <a:p>
            <a:pPr>
              <a:defRPr/>
            </a:pPr>
            <a:endParaRPr lang="tr-TR" sz="1400" b="1" dirty="0">
              <a:solidFill>
                <a:prstClr val="whit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B10F7BE-4D76-AEE2-364A-4465D637A6DB}"/>
              </a:ext>
            </a:extLst>
          </p:cNvPr>
          <p:cNvSpPr txBox="1"/>
          <p:nvPr/>
        </p:nvSpPr>
        <p:spPr>
          <a:xfrm>
            <a:off x="9549786" y="2219019"/>
            <a:ext cx="26700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KONUŞMACI:</a:t>
            </a:r>
            <a:endParaRPr kumimoji="0" lang="tr-T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Konuşmacı adı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İstanbul Üniversitesi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İstanbul Tıp Fakültesi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Çocuk Sağlığı ve Hastalıkları AD</a:t>
            </a:r>
          </a:p>
          <a:p>
            <a:endParaRPr lang="tr-TR" dirty="0"/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910E55CE-ACE5-30B4-1A16-36962A632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35" y="3866226"/>
            <a:ext cx="12191999" cy="403343"/>
          </a:xfr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tr-TR" b="1" dirty="0"/>
              <a:t>Konu adı 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310C5B5-BB72-12E0-6DF7-2D686AB28160}"/>
              </a:ext>
            </a:extLst>
          </p:cNvPr>
          <p:cNvSpPr txBox="1"/>
          <p:nvPr/>
        </p:nvSpPr>
        <p:spPr>
          <a:xfrm>
            <a:off x="4621360" y="4624544"/>
            <a:ext cx="611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latin typeface="Bookman Old Style" panose="02050604050505020204" pitchFamily="18" charset="0"/>
              </a:rPr>
              <a:t>tarih</a:t>
            </a:r>
          </a:p>
        </p:txBody>
      </p:sp>
    </p:spTree>
    <p:extLst>
      <p:ext uri="{BB962C8B-B14F-4D97-AF65-F5344CB8AC3E}">
        <p14:creationId xmlns:p14="http://schemas.microsoft.com/office/powerpoint/2010/main" val="61749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92859-E981-8382-7816-6C73C813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7E4CCAF4-B73B-5EDE-6E17-B981772C5F2D}"/>
              </a:ext>
            </a:extLst>
          </p:cNvPr>
          <p:cNvSpPr txBox="1"/>
          <p:nvPr/>
        </p:nvSpPr>
        <p:spPr>
          <a:xfrm>
            <a:off x="867798" y="2259449"/>
            <a:ext cx="29786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BAŞKAN: </a:t>
            </a:r>
            <a:endParaRPr lang="tr-T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r-TR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Başkan adı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Üniversitesi 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Tıp Fakültesi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Çocuk Sağlığı ve Hastalıkları AD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418EA5E-C73A-5091-AD6E-84B300D5A765}"/>
              </a:ext>
            </a:extLst>
          </p:cNvPr>
          <p:cNvSpPr txBox="1"/>
          <p:nvPr/>
        </p:nvSpPr>
        <p:spPr>
          <a:xfrm>
            <a:off x="3801078" y="2259449"/>
            <a:ext cx="28733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KONUŞMACI:</a:t>
            </a:r>
            <a:endParaRPr lang="tr-T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tr-TR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Konuşmacı adı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Üniversitesi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İstanbul Tıp Fakültesi</a:t>
            </a:r>
          </a:p>
          <a:p>
            <a:pPr>
              <a:defRPr/>
            </a:pPr>
            <a:r>
              <a:rPr lang="tr-TR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Çocuk Sağlığı ve Hastalıkları AD</a:t>
            </a:r>
          </a:p>
          <a:p>
            <a:pPr>
              <a:defRPr/>
            </a:pPr>
            <a:endParaRPr lang="tr-TR" sz="1400" b="1" dirty="0">
              <a:solidFill>
                <a:prstClr val="whit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439BA40-0CE0-5ECD-AA3C-FF53CF08E20D}"/>
              </a:ext>
            </a:extLst>
          </p:cNvPr>
          <p:cNvSpPr txBox="1"/>
          <p:nvPr/>
        </p:nvSpPr>
        <p:spPr>
          <a:xfrm>
            <a:off x="6779728" y="2259449"/>
            <a:ext cx="26700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KONUŞMACI:</a:t>
            </a:r>
            <a:endParaRPr kumimoji="0" lang="tr-T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Konuşmacı adı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İstanbul Üniversitesi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İstanbul Tıp Fakültesi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Çocuk Sağlığı ve Hastalıkları AD</a:t>
            </a:r>
          </a:p>
          <a:p>
            <a:endParaRPr lang="tr-TR" dirty="0"/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15CEFA3B-732F-A322-71CA-AE44E138E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35" y="3866226"/>
            <a:ext cx="12191999" cy="403343"/>
          </a:xfr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tr-TR" b="1" dirty="0"/>
              <a:t>Konu adı 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1CAB0AB-83A1-3882-A929-86E459B78E92}"/>
              </a:ext>
            </a:extLst>
          </p:cNvPr>
          <p:cNvSpPr txBox="1"/>
          <p:nvPr/>
        </p:nvSpPr>
        <p:spPr>
          <a:xfrm>
            <a:off x="4621360" y="4624544"/>
            <a:ext cx="611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latin typeface="Bookman Old Style" panose="02050604050505020204" pitchFamily="18" charset="0"/>
              </a:rPr>
              <a:t>tarih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660714D-15A5-CE2F-7126-0E252EC3BABE}"/>
              </a:ext>
            </a:extLst>
          </p:cNvPr>
          <p:cNvSpPr txBox="1"/>
          <p:nvPr/>
        </p:nvSpPr>
        <p:spPr>
          <a:xfrm>
            <a:off x="9607747" y="2242189"/>
            <a:ext cx="26700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KONUŞMACI:</a:t>
            </a:r>
            <a:endParaRPr kumimoji="0" lang="tr-T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tr-T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Konuşmacı adı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İstanbul Üniversitesi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İstanbul Tıp Fakültesi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Çocuk Sağlığı ve Hastalıkları AD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09839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</Words>
  <Application>Microsoft Macintosh PowerPoint</Application>
  <PresentationFormat>Geniş ekran</PresentationFormat>
  <Paragraphs>51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Bookman Old Style</vt:lpstr>
      <vt:lpstr>Times New Roman</vt:lpstr>
      <vt:lpstr>Office Teması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Barış Yurtsever</dc:creator>
  <cp:lastModifiedBy>Barış Yurtsever</cp:lastModifiedBy>
  <cp:revision>4</cp:revision>
  <dcterms:created xsi:type="dcterms:W3CDTF">2025-11-28T19:54:34Z</dcterms:created>
  <dcterms:modified xsi:type="dcterms:W3CDTF">2025-11-28T20:14:13Z</dcterms:modified>
</cp:coreProperties>
</file>